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4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131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49E5E-C86D-0522-FCFE-FF34A1B9A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0EBD9-3C8E-51D4-71D5-66821FECA1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03D9B-50EF-0036-D06B-37822B8F8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E5D5-1F06-4B8E-968B-E65C88FAB54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AA71E-9B7C-871E-269F-8D492ED13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04A04-A34E-439F-DC91-EC66225EB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4D40-1E72-43FB-88A2-5C2B8BEC1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69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CD3A-1A4D-DD13-4B50-DBE12988A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5B715-6399-CE7B-1E69-975118271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F459C-9AF3-0843-3DF8-45BFE4016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E5D5-1F06-4B8E-968B-E65C88FAB54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CEDCC-326D-1CE3-145D-1301EB93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48F90-4CB5-9A12-1239-A198F6C8B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4D40-1E72-43FB-88A2-5C2B8BEC1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98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F68B-23AF-7990-55CE-B5D57983D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40CEF-1DD2-852F-0D03-EF3639904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598FA-C6DC-B310-273E-B8C6D7C1C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E5D5-1F06-4B8E-968B-E65C88FAB54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43816-8E1A-C060-4F7A-A9044EB60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E4F84-F1D9-A891-41F3-21166477B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4D40-1E72-43FB-88A2-5C2B8BEC1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29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0D61A-AC27-C60A-26B0-010785F97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B5266-419B-D3A1-BAEA-0FB7529D7E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90ECB-6E49-31D6-8E8B-9EB357536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359D3-E7FC-00DD-B3CA-0E284365D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E5D5-1F06-4B8E-968B-E65C88FAB54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A98BC-D9B4-E42A-A387-AA410EBD9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C815B-4E07-15C8-C122-A771DA8B7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4D40-1E72-43FB-88A2-5C2B8BEC1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37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F5B2-3E98-3890-F8AF-C08549991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CB844-C53D-BD63-70E4-E6947C8F6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CD3E8-9B53-B9DF-E6AB-CA449A155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629E62-B38C-D798-10EB-37DE836199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C9CBD5-6F23-4DB8-968A-6C305827E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D96560-29A9-CF84-E873-2225002A0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E5D5-1F06-4B8E-968B-E65C88FAB54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67F741-27BA-754F-6392-447243B6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595466-3F72-FCFE-1724-A2A232721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4D40-1E72-43FB-88A2-5C2B8BEC1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8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131B-35E5-06D8-6CB6-29D5AED38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0FC39-EAAA-2BAB-B927-0C17C9203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E5D5-1F06-4B8E-968B-E65C88FAB54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77231-8ACF-2891-D25D-513FA30CC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8B649-ED5E-2A4F-D5F4-782DEF19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4D40-1E72-43FB-88A2-5C2B8BEC1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57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96A94D-978E-3CED-9FA7-C5F8F648A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E5D5-1F06-4B8E-968B-E65C88FAB54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99D5E6-5F22-BEE5-EE88-6B2FCB77C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EA605-72B0-3993-D53D-DFA5EC384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4D40-1E72-43FB-88A2-5C2B8BEC1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33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8C937-EAAB-A369-6F2D-FC9C71E55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5E277-920F-E79F-EF72-82A0BF2AA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7505B-67C1-C8BE-3CF1-00D745DE6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30211-6F36-0E22-6EDE-13723A0F7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E5D5-1F06-4B8E-968B-E65C88FAB54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48BF8-44FB-E026-58ED-0AD62CEAA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20581-3B8B-8CAE-CCD9-39301A37B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4D40-1E72-43FB-88A2-5C2B8BEC1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459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CED3F-1A23-6504-64C2-300CFF19E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DAA079-4AAC-33BA-10FD-45A640BA35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B2286-7FA7-0E76-F2E9-7E570A02B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5414D-251C-E7BD-D4B2-6DBA15098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E5D5-1F06-4B8E-968B-E65C88FAB54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59988-9002-9BA4-7076-E6B216E4E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9168C-9576-4819-0A8D-D25BF597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4D40-1E72-43FB-88A2-5C2B8BEC1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347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B57C4-ECB3-8B14-3A7E-06931AC1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AA3ABE-16FB-0804-05F5-5B798F2328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9A0DB-B329-1C8A-BC7E-65AEA42EB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E5D5-1F06-4B8E-968B-E65C88FAB54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89BE0-5CD9-B94E-3A1B-81DD6B67D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1FE9C-D356-A2E3-8DD7-DAA10C20E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4D40-1E72-43FB-88A2-5C2B8BEC1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463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3D1927-3D38-7C32-58C8-345C7BC9DD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00E20A-E211-504C-EC2B-665C9ACC5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C9B41-D527-4620-9121-FEA2C5DA7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E5D5-1F06-4B8E-968B-E65C88FAB54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A95B0-4C90-1CF2-E2F7-A81C8C227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433FE-6745-C9CF-8467-2D9A0F92E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4D40-1E72-43FB-88A2-5C2B8BEC1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71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AA86E0-B320-4520-8219-81AAC28FF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C850C-AC40-CCBC-78FC-9A7FCF6F8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F792B-8F92-5DAC-BB04-909949554E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7DE5D5-1F06-4B8E-968B-E65C88FAB54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578AB-6148-6C15-22F7-75E8D3B02F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280CC-6FC4-358B-6725-8DC948E62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374D40-1E72-43FB-88A2-5C2B8BEC1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209D8-489A-9DD3-F75B-945EFD54C2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2D739-0E9C-5DBD-7FB2-2F1D657A59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782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Danh Nguyen</dc:creator>
  <cp:lastModifiedBy>Danh Nguyen</cp:lastModifiedBy>
  <cp:revision>1</cp:revision>
  <dcterms:created xsi:type="dcterms:W3CDTF">2026-05-25T09:35:32Z</dcterms:created>
  <dcterms:modified xsi:type="dcterms:W3CDTF">2026-05-25T09:35:50Z</dcterms:modified>
</cp:coreProperties>
</file>